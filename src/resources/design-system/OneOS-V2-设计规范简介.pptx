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41732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533AF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813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1371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OneOS V2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全局定版设计规范简介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Fintech UI（紫光高规）  ·  Linear 扁平微结构  ·  PC / H5 双形态  ·  三视角台账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3000" y="306324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533AFD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090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主色 #533AFD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306324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6181F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3090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 v2.6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26280" y="306324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6181F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30906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面向产品 / 设计 / 研发的统一落地标准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这份简介覆盖规范的核心骨架与强制约束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设计原则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紫光质感 · 双形态 · 三视角 · 语义态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Tokens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色彩 / 字体 / 间距 / 栅格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组件体系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V2Button 与全量封装控件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三视角架构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685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列表 · 看板 · 主从表单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27889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7472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台账与页头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74720" y="3685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/ 筛选连体 / 详情页头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78892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30936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 与主题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36850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触控 · Bottom Sheet · 若依主题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OneOS V2 Design System  ·  v2.6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六条设计原则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 V2 原型与迁移页必须对齐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070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2529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1704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Violet 紫光高规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23360" y="11704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主色 #533AFD，微边框、无重阴影，沉浸式卡片容器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177393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79222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7373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/ H5 100% 响应式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17373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≥1024 PC · ≤767 H5；触控 ≥44px；Bottom Sheet + 吸底条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31136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2340864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35915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304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三视角原生统一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23360" y="230428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列表台账 · Pipeline 看板 · 主从工作台，同页切换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798064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2907792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9260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28712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数据高可读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23360" y="287121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金额 / VIN / 日期用 tabular-nums 等宽数字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364992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" y="347472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4930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43814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状态语义明确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23360" y="343814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成功绿 · 预警橙 · 危险红 · 信息蓝 · 次要灰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" y="404164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0599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40050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无缝双色适配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023360" y="40050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/ Dark 全量映射；禁止外壳深内容浅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OneOS V2 Design System  ·  v2.6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主色与表面 Token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 var(--oneos-primary)，禁止硬编码主色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8016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533AFD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#533AFD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1430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28016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6346FF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22860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#6346FF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128016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4226E8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2860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#4226E8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143000"/>
            <a:ext cx="2011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0" y="128016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0E7FF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40880" y="22860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#E0E7FF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16002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" y="29718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6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3913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#F6F9FC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48840" y="2834640"/>
            <a:ext cx="16002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58568" y="29718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58568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58568" y="3913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40480" y="2834640"/>
            <a:ext cx="16002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950208" y="29718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50208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50208" y="3913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#F8FAFC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32120" y="2834640"/>
            <a:ext cx="16002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641848" y="29718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5641848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41848" y="3913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#F1F5F9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23760" y="2834640"/>
            <a:ext cx="16002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33488" y="2971800"/>
            <a:ext cx="1371600" cy="640080"/>
          </a:xfrm>
          <a:prstGeom prst="roundRect">
            <a:avLst>
              <a:gd name="adj" fmla="val 8571"/>
            </a:avLst>
          </a:prstGeom>
          <a:solidFill>
            <a:srgbClr val="E3E8EE"/>
          </a:solidFill>
          <a:ln/>
        </p:spPr>
      </p:sp>
      <p:sp>
        <p:nvSpPr>
          <p:cNvPr id="39" name="Text 37"/>
          <p:cNvSpPr/>
          <p:nvPr/>
        </p:nvSpPr>
        <p:spPr>
          <a:xfrm>
            <a:off x="7333488" y="3703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Hairline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33488" y="3913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25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#E3E8EE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OneOS V2 Design System  ·  v2.6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语义色与正文层级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 Pill / Badge 统一四色语义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81328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508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#10B981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履约中 · 已支付 · 成功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14300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0" y="13258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0" y="1481328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508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#D97706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8892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待审批 · 临期预警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3258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FEE2E2"/>
          </a:solidFill>
          <a:ln/>
        </p:spPr>
      </p:sp>
      <p:sp>
        <p:nvSpPr>
          <p:cNvPr id="19" name="Shape 17"/>
          <p:cNvSpPr/>
          <p:nvPr/>
        </p:nvSpPr>
        <p:spPr>
          <a:xfrm>
            <a:off x="5074920" y="1481328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1508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#EF4444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欠费 · 超期 · 驳回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114300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86600" y="132588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DBEAFE"/>
          </a:solidFill>
          <a:ln/>
        </p:spPr>
      </p:sp>
      <p:sp>
        <p:nvSpPr>
          <p:cNvPr id="25" name="Shape 23"/>
          <p:cNvSpPr/>
          <p:nvPr/>
        </p:nvSpPr>
        <p:spPr>
          <a:xfrm>
            <a:off x="7223760" y="1481328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15087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86600" y="2103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#3B82F6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8660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待提交 · 提示信息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2697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 #0A2540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0080" y="3794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一级标题 · 强对比数字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91840" y="3200400"/>
            <a:ext cx="2697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7472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 #425466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474720" y="3794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标准正文 · 表单 Label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0" y="3200400"/>
            <a:ext cx="2697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9360" y="3383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Muted  #627D98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309360" y="3794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次要描述 · Placeholder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OneOS V2 Design System  ·  v2.6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字体阶梯与圆角间距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 正文字号 ≥14px；圆角分层清晰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字号阶梯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大数字 / 800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Head-Lg 18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页面大标题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Head-Sm 16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6888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 / Modal 标题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Subhead 14–15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按钮 · 卡片副标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13–14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正文 · 输入（H5≥14）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 11–12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微标 · 时间戳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234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圆角与关键约束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1645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/ 小控件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6642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664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4px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0299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按钮 / 输入 / Select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223760" y="2048256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20482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8px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24140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 / Modal / 表格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223760" y="243230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24323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12px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27980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 Bottom Sheet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223760" y="2816352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28163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20px 顶圆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31821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 Pill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223760" y="32004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35" name="Text 33"/>
          <p:cNvSpPr/>
          <p:nvPr/>
        </p:nvSpPr>
        <p:spPr>
          <a:xfrm>
            <a:off x="7223760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9999px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37760" y="3794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车牌规范：浙A88888F（禁止中间 · 点）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OneOS V2 Design System  ·  v2.6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组件库总览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统一从 UIComponents.tsx 导入，禁止原生 select/date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16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V2Button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14300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216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V2Select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16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V2DatePicker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03720" y="114300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95160" y="12161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V2DateRangePicker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673352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17465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V2SingleInputDateRangePicker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06040" y="1673352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97480" y="17465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V2TimePicker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673352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7465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V2SingleInputTimeRangePicker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673352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95160" y="17465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V2RadioGroup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203704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276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V2CheckboxGroup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06040" y="2203704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97480" y="2276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V2Switch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03704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2276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V2Steps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2203704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5160" y="2276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V2Timeline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734056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48640" y="2807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V2ApprovalProgress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06040" y="2734056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697480" y="2807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V2Pagination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734056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2807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V2Empty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03720" y="2734056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95160" y="28072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V2SegmentedControl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264408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V2StatusTabs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06040" y="3264408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697480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V2ImageUpload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264408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46320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V2MobileHeader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03720" y="3264408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995160" y="33375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V2MobileBottomNav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379476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48640" y="3867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V2MobileActionBar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606040" y="379476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697480" y="38679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OperationActions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OneOS V2 Design System  ·  v2.6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按钮变体矩阵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同一操作区仅允许 1 个 primary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533AF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 / 提交 / 新建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41732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E3E8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463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暂存 / 导出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41732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533A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463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展开 / 筛选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01752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E3E8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063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取消 / 返回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27432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11880" y="301752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3611880" y="3063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删除 / 终止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27432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301752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E3E8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063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3611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页头返回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OneOS V2 Design System  ·  v2.6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三视角架构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台账 / 审批 / 履约页必须提供或集成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63040" y="1371600"/>
            <a:ext cx="640080" cy="640080"/>
          </a:xfrm>
          <a:prstGeom prst="ellipse">
            <a:avLst/>
          </a:prstGeom>
          <a:solidFill>
            <a:srgbClr val="533AFD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4813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列表模式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Bento KPI 大盘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 Tabs + 更多筛选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嵌套车辆子表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查询/重置后自动收起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14300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371600"/>
            <a:ext cx="640080" cy="64008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4813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看板模式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2697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阶段 Pipeline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草稿 → 审批 → 履约 → 归档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卡片快操推进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可切入主从工作台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23760" y="1371600"/>
            <a:ext cx="640080" cy="64008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48132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主从表单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26974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 340px 任务列表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右深度工作台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结构化表单 + Tabs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履约图谱与审批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OneOS V2 Design System  ·  v2.6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台账交互母版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对齐车辆资产 / 租赁合同；筛选与表格连体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4416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62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顶栏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仅三视角切换 + 主操作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禁止大标题说明卡片条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34416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62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Bento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列 · padding 18×20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 24/800 tabular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1430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34416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362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筛选工具条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 Tabs + 搜索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更多筛选默认收起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查询后强制收起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94436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626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表格连体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筛选面板与表格无缝拼接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展开后表格下移恢复圆角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91840" y="27432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0" y="294436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9626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外侧最多 2 个常用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低频与危险入 ⋮ 更多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27432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2944368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9626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空态 / 分页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3832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 V2Empty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 V2Pagination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OneOS V2 Design System  ·  v2.6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详情 / 表单页头（强制）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禁止白底描边整条卡片顶栏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25880"/>
            <a:ext cx="12344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返回列表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65960" y="1353312"/>
            <a:ext cx="18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8EE"/>
                </a:solidFill>
              </a:rPr>
              <a:t>|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故障处置  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35331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3A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FD-20260727-01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353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1325880"/>
            <a:ext cx="1097280" cy="347472"/>
          </a:xfrm>
          <a:prstGeom prst="roundRect">
            <a:avLst>
              <a:gd name="adj" fmla="val 21053"/>
            </a:avLst>
          </a:prstGeom>
          <a:solidFill>
            <a:srgbClr val="533AFD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13533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提交归档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920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故障处置详情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23317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扁平页头 · 单号紫胶囊 · 20px 标题 · 状态放上下文卡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返回按钮 · 路径 meta · 单号紫胶囊 · 业务页名标题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37560" y="297180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52044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禁止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2044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整条白卡片顶栏 · 车牌当唯一大标题 · 状态 Tag 挤页头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74320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0" y="3154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母版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§4.8 FaultDispositionForm · va-form-header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OneOS V2 Design System  ·  v2.6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 移动端硬性标准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≤767px / App 嵌入；独立 H5 原型勿硬塞 PC 顶栏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触控 ≥44px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按钮、输入、Select、日期触发器统一 min-height 44px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Sheet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下拉/日期弹层吸底；抓手条 + 44px 确定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417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吸底操作条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V2MobileActionBar；次 1 : 主 2；兼容 Safe Area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017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表格→卡片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多列表格转为单列卡片 + 状态 Pill + KV 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7432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0" y="3017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断点策略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3429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PC≥1024 · Tablet 768–1023 · Mobile≤767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74320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30175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导航三件套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34290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V2MobileHeader · BottomNav · ActionBar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OneOS V2 Design System  ·  v2.6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深浅双色与若依主题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主题色走 CSS 变量，全站自动响应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3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6F9FC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9202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 #FFFFFF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254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画布 #F6F9FC  ·  边框 #E3E8EE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正文 #0A2540 / #425466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data-ds-mode / data-oneos-theme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14300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21418"/>
          </a:solidFill>
          <a:ln/>
          <a:effectLst>
            <a:outerShdw sx="100000" sy="100000" kx="0" ky="0" algn="bl" rotWithShape="0" blurRad="152400" dist="38100" dir="16200000">
              <a:srgbClr val="0A254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69164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0A0B0D"/>
          </a:solidFill>
          <a:ln/>
        </p:spPr>
      </p:sp>
      <p:sp>
        <p:nvSpPr>
          <p:cNvPr id="16" name="Shape 14"/>
          <p:cNvSpPr/>
          <p:nvPr/>
        </p:nvSpPr>
        <p:spPr>
          <a:xfrm>
            <a:off x="5074920" y="19202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 #121418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2377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画布 #0A0B0D  ·  边框 #23272F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正文 #F7FAFC / #A0AEC0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var(--oneos-primary, var(--ln-primary, #533AFD))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OneOS V2 Design System  ·  v2.6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D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交付前检查清单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新建 / 迁移 / 改版原型前，逐项对齐 DESIGN.md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533AF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4358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已读 DESIGN.md，使用 V2 封装控件（无原生 select/date）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1848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533AF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2763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6184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台账：三视角 + KPI + Pill Tabs + 更多筛选连体表格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0253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533AF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1168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00253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 / 重置后筛选栏自动收起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3865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533AF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39572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38658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详情页头：扁平返回 + 单号紫胶囊 + 20px 标题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77063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533AF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7977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7706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操作列：外侧 ≤2，其余进 ⋮ 更多（OperationActions）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533AF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638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154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主色走 CSS 变量；深浅双色完整；车牌无中间点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3872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533AF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54787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53872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H5：44px 触控 · Bottom Sheet · 吸底条 · 空态/分页组件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92277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533AF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93192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92277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一侧栏一项：列表/详情同页切换，不拆套娃下级页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OneOS V2 设计规范简介</dc:title>
  <dc:subject>Stripe Fintech UI + Linear 扁平微结构</dc:subject>
  <dc:creator>OneOS Product</dc:creator>
  <cp:lastModifiedBy>OneOS Product</cp:lastModifiedBy>
  <cp:revision>1</cp:revision>
  <dcterms:created xsi:type="dcterms:W3CDTF">2026-07-27T15:29:35Z</dcterms:created>
  <dcterms:modified xsi:type="dcterms:W3CDTF">2026-07-27T15:29:35Z</dcterms:modified>
</cp:coreProperties>
</file>